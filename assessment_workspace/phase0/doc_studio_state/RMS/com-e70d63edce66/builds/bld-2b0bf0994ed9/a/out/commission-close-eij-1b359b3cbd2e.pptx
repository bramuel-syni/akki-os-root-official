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Sheet1!$A$2:$A$6</c:f>
              <c:strCache>
                <c:ptCount val="5"/>
                <c:pt idx="0">
                  <c:v>Complete pass</c:v>
                </c:pt>
                <c:pt idx="1">
                  <c:v>Stratified sample</c:v>
                </c:pt>
                <c:pt idx="2">
                  <c:v>Head sample</c:v>
                </c:pt>
                <c:pt idx="3">
                  <c:v>Failed</c:v>
                </c:pt>
                <c:pt idx="4">
                  <c:v>Not reached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513</c:v>
                </c:pt>
                <c:pt idx="1">
                  <c:v>83</c:v>
                </c:pt>
                <c:pt idx="2">
                  <c:v>41</c:v>
                </c:pt>
                <c:pt idx="3">
                  <c:v>44</c:v>
                </c:pt>
                <c:pt idx="4">
                  <c:v>324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22313F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5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DEE5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F8C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Sheet1!$A$2:$A$7</c:f>
              <c:strCache>
                <c:ptCount val="6"/>
                <c:pt idx="0">
                  <c:v>iebc_forms (complete)</c:v>
                </c:pt>
                <c:pt idx="1">
                  <c:v>artists_app (blocked)</c:v>
                </c:pt>
                <c:pt idx="2">
                  <c:v>viupay (complete)</c:v>
                </c:pt>
                <c:pt idx="3">
                  <c:v>citizen_digital (partial)</c:v>
                </c:pt>
                <c:pt idx="4">
                  <c:v>citizen-pulse (partial)</c:v>
                </c:pt>
                <c:pt idx="5">
                  <c:v>Razuna (Library Content) &amp; N (complete)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630</c:v>
                </c:pt>
                <c:pt idx="1">
                  <c:v>0</c:v>
                </c:pt>
                <c:pt idx="2">
                  <c:v>123</c:v>
                </c:pt>
                <c:pt idx="3">
                  <c:v>64</c:v>
                </c:pt>
                <c:pt idx="4">
                  <c:v>77</c:v>
                </c:pt>
                <c:pt idx="5">
                  <c:v>112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22313F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5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DEE5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F8C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GiB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Sheet1!$A$2:$A$7</c:f>
              <c:strCache>
                <c:ptCount val="6"/>
                <c:pt idx="0">
                  <c:v>iebc_forms</c:v>
                </c:pt>
                <c:pt idx="1">
                  <c:v>artists_app</c:v>
                </c:pt>
                <c:pt idx="2">
                  <c:v>viupay</c:v>
                </c:pt>
                <c:pt idx="3">
                  <c:v>citizen_digital</c:v>
                </c:pt>
                <c:pt idx="4">
                  <c:v>citizen-pulse</c:v>
                </c:pt>
                <c:pt idx="5">
                  <c:v>Razuna (Library Content) &amp; 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340.4</c:v>
                </c:pt>
                <c:pt idx="1">
                  <c:v>0.0</c:v>
                </c:pt>
                <c:pt idx="2">
                  <c:v>2.0</c:v>
                </c:pt>
                <c:pt idx="3">
                  <c:v>3.3</c:v>
                </c:pt>
                <c:pt idx="4">
                  <c:v>0.2</c:v>
                </c:pt>
                <c:pt idx="5">
                  <c:v>5.4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22313F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5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DEE5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F8C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74620"/>
            <a:ext cx="7274052" cy="1508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22313F"/>
                </a:solidFill>
                <a:latin typeface="Cambria"/>
              </a:rPr>
              <a:t>Estate census close: accept a partial delivery, or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83380"/>
            <a:ext cx="7274052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7F8C9A"/>
                </a:solidFill>
                <a:latin typeface="Calibri"/>
              </a:rPr>
              <a:t>What the estate census delivered, what remains open, and the evidence behind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14492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RMS  ·  Tenant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DECISION FOR THE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The census is verified but partial; accept it as a record, not as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920240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census measured 638 of 1006 tables across 6 connections. It read 5.9m rows and 351.3 GiB of data and index in 15.5 minutes on the runtime.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90063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86321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Only 3 connections completed, 2 were partial and 1 was blocked: artists_app, access denied, grant pending. 44 tables failed, and 83 were stratified samples and 41 head samples. The counts by method do not sum to 638.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73303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806189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Should the owner accept the delivery and close the commission, or hold it open until the blocked connections are read?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76013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Calibri"/>
              </a:rP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74916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Accept the delivery as a documented partial result, but hold the commission open. Closure should wait for the artists_app grant and re-census and for the failed tables to be re-run. Provenance is verified; completeness is not.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mbria"/>
              </a:rPr>
              <a:t>What the run measured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COVERAGE BY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Most measured tables had a complete pass, but sampling, failures and unreached tables remain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0E7C86"/>
                </a:solidFill>
                <a:latin typeface="Calibri"/>
              </a:rPr>
              <a:t>The categories do not reconcile with 1006 or 638, so read the chart as a split of method, not as proof of full coverage.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ourier New"/>
              </a:rPr>
              <a:t>[measured]  Receipt R01: Estate intelligence job record eij-1b359b3cbd2e: submitted 2026-09-29T18:56:40Z by principal 6ab56dd48894abb269135ca2, runtime akki-vm, code 90322d4a826d, result receipt digest-verified (d9c99a632278)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MEASURED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638 of 1006 tables were measured, with 513 by complete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638 of 1006 tables in scope were measured. That is usable evidence, but it is not an estate-wide census.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513 tables had a complete pass, the strongest basis. Ratios on these can be relied on for the tables concerned.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83 tables were measured by stratified sample and 41 by head sample. Their ratios are indicative only.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three method counts do not sum exactly to 638. We disclose the difference and have not invented a residual category.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VOLUME AND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The run read 5.9m rows and 351.3 GiB; 44 tables failed and need a re-run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5.9m rows and 351.3 GiB of data and index were measured. These are measured quantities, not inferred ones.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259.3m rows held is an estimate of the estate's holdings. It must not be read as rows inspected.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44 tables failed because the worker could not measure them. Their contents are unknown until a re-census addresses the recorded errors.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run took 15.5 minutes on the runtime. That is a duration only and should not be read as a cost.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mbria"/>
              </a:rPr>
              <a:t>Connections, volume and evidence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TABLES BY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Table counts by connection show one connection with nothing reached and two only partly read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0E7C86"/>
                </a:solidFill>
                <a:latin typeface="Calibri"/>
              </a:rPr>
              <a:t>The series totals to the tables in scope, not to 638, so do not use it to claim measured coverage by connection until the definitions are resolved.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ourier New"/>
              </a:rPr>
              <a:t>[measured]  Receipt R02: Estate intelligence report v3 for eij-1b359b3cbd2e, built 2026-09-30T03:41:37Z; connection table and coverage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DATA AND INDEX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Measured storage is concentrated in iebc_forms, which holds nearly all of the 351.3 GiB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0E7C86"/>
                </a:solidFill>
                <a:latin typeface="Calibri"/>
              </a:rPr>
              <a:t>Volume shows where storage sits, not completeness or value; artists_app plots at zero because it was not read, not because it is empty.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ourier New"/>
              </a:rPr>
              <a:t>[measured]  Receipt R02: Estate intelligence report v3 for eij-1b359b3cbd2e, built 2026-09-30T03:41:37Z; connection table and coverage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CONNECTION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3 of 6 connections are complete; 2 are partial and 1 is blocked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3 of 6 connections completed. 20 databases were measured across the estate.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56489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67462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4777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2 connections, citizen_digital and citizen-pulse, are partial because some of their tables failed.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31927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42900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0215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1 connection is blocked. artists_app returned an access denied error, the grant is pending, and no tables were reached.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07365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183379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56531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Only the owner can grant that access. A re-census follows the grant.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482803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493776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1091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Accepting the delivery does not remove these dependencies; they stay open either way.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EVIDENCE TRAIL AND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The run is traceable end to end, but traceability does not show completeness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ledger holds 3 rows for the run: admitted, warmed, then terminated successfully. This shows the run executed as governed.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lawful basis admission is on file and covers the census only. The result receipt is digest-verified, which establishes provenance, not coverage.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executive dossier used 17679 tokens in and 4583 tokens out. This is usage, not cost.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A separate enumeration reached 106 object storage buckets, and 40 were unreachable. It listed objects only and did not inspect their content.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WHAT TO DO, IN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Accept the partial record, but hold closure until blocked and failed tables are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Decide first: accept 638 of 1006 tables as a partial record, and hold closure. Acceptance does not remove the open items.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56489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67462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4777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Grant access on artists_app, the one blocked connection, then commission a re-census.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31927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42900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0215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Re-run the 44 failed tables once their recorded errors are addressed.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07365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183379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56531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Run complete passes on the 83 sampled and 41 head-sampled tables where firm ratios matter.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482803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493776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1091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Reconcile the method counts before quoting any coverage figure.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WHAT CANNOT YET BE SAID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Decisions drawn from 638 of 1006 tables carry gaps that verification does not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artists_app is unknown until the owner grants access and it is re-censused.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56489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67462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4777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Ratios on the 83 stratified and 41 head-sampled tables are indicative only.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31927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42900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0215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44 failed tables and the tables not reached are unmeasured.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07365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183379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56531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Languages, rights and semantic similarity were not measured; rights need declaring at source.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482803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493776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1091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Digest verification shows provenance, not completeness; closure needs the owner's explicit acceptance.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COVERAGE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What this pack covers, what it cannot say, and what would close each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10029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COVERS</a:t>
            </a:r>
          </a:p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Delivery of census eij-1b359b3cbd2e: 638 of 1006 tables, 6 connections, wall clock, Ledger rows, receipts and the dossier composition. Everything here is read from the job record and the digest-verified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CANNOT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2978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1596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WHAT WOULD CLOSE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127248"/>
            <a:ext cx="11002975" cy="0"/>
          </a:xfrm>
          <a:prstGeom prst="line">
            <a:avLst/>
          </a:prstGeom>
          <a:ln w="9525">
            <a:solidFill>
              <a:srgbClr val="2231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3246120"/>
            <a:ext cx="11002975" cy="786384"/>
          </a:xfrm>
          <a:prstGeom prst="rect">
            <a:avLst/>
          </a:prstGeom>
          <a:pattFill>
            <a:fgClr>
              <a:srgbClr val="EAEEF2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Connection artists_app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6130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MYSQL_ACCESS_DENIED_1045 (GRANT pending, owner dependency)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748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owner grants access; re-census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23944"/>
            <a:ext cx="11002975" cy="786384"/>
          </a:xfrm>
          <a:prstGeom prst="rect">
            <a:avLst/>
          </a:prstGeom>
          <a:pattFill>
            <a:fgClr>
              <a:srgbClr val="EAEEF2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Ratios on sampled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6130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stratified or head samples where complete passes were not possible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4748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a complete-pass census on those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001768"/>
            <a:ext cx="11002975" cy="786384"/>
          </a:xfrm>
          <a:prstGeom prst="rect">
            <a:avLst/>
          </a:prstGeom>
          <a:pattFill>
            <a:fgClr>
              <a:srgbClr val="EAEEF2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44 failed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6130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the worker could not measure them in this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748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re-census with the recorded errors addressed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879592"/>
            <a:ext cx="11002975" cy="786384"/>
          </a:xfrm>
          <a:prstGeom prst="rect">
            <a:avLst/>
          </a:prstGeom>
          <a:pattFill>
            <a:fgClr>
              <a:srgbClr val="EAEEF2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Languages, rights and semantic similarity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6130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not measured by this census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748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rights declared at Connect; a language and similarity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Exhibit index with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20240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Estate intelligence job record eij-1b359b3cbd2e: submitted 2026-09-29T18:56:40Z by principal 6ab56dd48894abb269135ca2, runtime akki-vm, code 90322d4a826d, result receipt digest-verified (d9c99a632278)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44144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560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56032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Estate intelligence report v3 for eij-1b359b3cbd2e, built 2026-09-30T03:41:37Z; connection table and coverage notes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94436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063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63240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Lawful basis admit 20260922T014000Z_LAWFUL_BASIS_ADMIT_CENSUS3.json (sha256 37d1508d4ea9); governing artifact CP-CENSUS-ESTATE-INTELLIGENCE version eij-1b359b3cbd2e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58444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703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Ledger rows led-398166457377, led-4e9f184f9601, led-6067b8b42dc7: admit:admitted → gate:warm → converge:terminate_success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408736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4206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062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Executive dossier receipt rcp-f3b244641843: gpt-5-mini via emergent, 17679 tokens in / 4583 out, prompt 354fd68cd5d4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59028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4709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0916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OBS bucket enumeration census run cr-f1415e395361 (22,975,591 objects, 130.3 TiB)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509320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5212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21208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NAS share enumeration census run cr-cf4eef79995b (1,456,787 files, 43.6 TiB)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559612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Estate census close: accept a partial delivery, or hold</dc:title>
  <dc:subject/>
  <dc:creator>doc-studio</dc:creator>
  <cp:keywords/>
  <dc:description>generated using python-pptx</dc:description>
  <cp:lastModifiedBy>doc-studio</cp:lastModifiedBy>
  <cp:revision>1</cp:revision>
  <dcterms:created xsi:type="dcterms:W3CDTF">2026-10-02T11:23:12Z</dcterms:created>
  <dcterms:modified xsi:type="dcterms:W3CDTF">2026-10-02T11:23:12Z</dcterms:modified>
  <cp:category/>
</cp:coreProperties>
</file>