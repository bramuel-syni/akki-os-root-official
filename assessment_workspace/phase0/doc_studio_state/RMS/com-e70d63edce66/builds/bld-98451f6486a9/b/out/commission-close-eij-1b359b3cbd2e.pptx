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Tables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Sheet1!$A$2:$A$6</c:f>
              <c:strCache>
                <c:ptCount val="5"/>
                <c:pt idx="0">
                  <c:v>Complete pass</c:v>
                </c:pt>
                <c:pt idx="1">
                  <c:v>Stratified sample</c:v>
                </c:pt>
                <c:pt idx="2">
                  <c:v>Head sample</c:v>
                </c:pt>
                <c:pt idx="3">
                  <c:v>Failed</c:v>
                </c:pt>
                <c:pt idx="4">
                  <c:v>Not reached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513</c:v>
                </c:pt>
                <c:pt idx="1">
                  <c:v>83</c:v>
                </c:pt>
                <c:pt idx="2">
                  <c:v>41</c:v>
                </c:pt>
                <c:pt idx="3">
                  <c:v>44</c:v>
                </c:pt>
                <c:pt idx="4">
                  <c:v>324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22313F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EE5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8DEE5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7F8C9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Tables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Sheet1!$A$2:$A$7</c:f>
              <c:strCache>
                <c:ptCount val="6"/>
                <c:pt idx="0">
                  <c:v>iebc_forms (complete)</c:v>
                </c:pt>
                <c:pt idx="1">
                  <c:v>artists_app (blocked)</c:v>
                </c:pt>
                <c:pt idx="2">
                  <c:v>viupay (complete)</c:v>
                </c:pt>
                <c:pt idx="3">
                  <c:v>citizen_digital (partial)</c:v>
                </c:pt>
                <c:pt idx="4">
                  <c:v>citizen-pulse (partial)</c:v>
                </c:pt>
                <c:pt idx="5">
                  <c:v>Razuna (Library Content) &amp; N (complete)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630</c:v>
                </c:pt>
                <c:pt idx="1">
                  <c:v>0</c:v>
                </c:pt>
                <c:pt idx="2">
                  <c:v>123</c:v>
                </c:pt>
                <c:pt idx="3">
                  <c:v>64</c:v>
                </c:pt>
                <c:pt idx="4">
                  <c:v>77</c:v>
                </c:pt>
                <c:pt idx="5">
                  <c:v>112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22313F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EE5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8DEE5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7F8C9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GiB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Sheet1!$A$2:$A$7</c:f>
              <c:strCache>
                <c:ptCount val="6"/>
                <c:pt idx="0">
                  <c:v>iebc_forms</c:v>
                </c:pt>
                <c:pt idx="1">
                  <c:v>artists_app</c:v>
                </c:pt>
                <c:pt idx="2">
                  <c:v>viupay</c:v>
                </c:pt>
                <c:pt idx="3">
                  <c:v>citizen_digital</c:v>
                </c:pt>
                <c:pt idx="4">
                  <c:v>citizen-pulse</c:v>
                </c:pt>
                <c:pt idx="5">
                  <c:v>Razuna (Library Content) &amp; 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340.4</c:v>
                </c:pt>
                <c:pt idx="1">
                  <c:v>0.0</c:v>
                </c:pt>
                <c:pt idx="2">
                  <c:v>2.0</c:v>
                </c:pt>
                <c:pt idx="3">
                  <c:v>3.3</c:v>
                </c:pt>
                <c:pt idx="4">
                  <c:v>0.2</c:v>
                </c:pt>
                <c:pt idx="5">
                  <c:v>5.4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22313F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EE5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8DEE5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7F8C9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74620"/>
            <a:ext cx="7274052" cy="1508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 i="0">
                <a:solidFill>
                  <a:srgbClr val="22313F"/>
                </a:solidFill>
                <a:latin typeface="Cambria"/>
              </a:rPr>
              <a:t>Estate census: partial delivery, commission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83380"/>
            <a:ext cx="7274052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7F8C9A"/>
                </a:solidFill>
                <a:latin typeface="Calibri"/>
              </a:rPr>
              <a:t>Decision paper: accept the census as delivered, or hold for the blocked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14492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RMS  ·  Tenant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Accept the census as a partial record, but hold the commission open for artists_app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920240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The census measured 638 of 1006 tables in scope, reading 5.9m rows in 15.5 minutes on the runtime. The result receipt is digest-verified and the ledger records a clean run.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90063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COMPLICATION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863215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Only 3 of 6 connections completed; 2 are partial and 1 is blocked. 44 tables failed. artists_app returned no tables because access was denied, and the grant depends on the owner.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733037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806189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Should the commission close on this delivery, or stay open until the blocked and partial connections are read?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76013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7C86"/>
                </a:solidFill>
                <a:latin typeface="Calibri"/>
              </a:rPr>
              <a:t>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749165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Accept the delivery as a documented partial census, not as full coverage. Keep the commission open: grant access to artists_app, then re-census it together with the failed tables.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FFFFFF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ambria"/>
              </a:rPr>
              <a:t>What the census delivered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Complete passes carry most of the evidence; samples, failures and unreached tables remain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0E7C86"/>
                </a:solidFill>
                <a:latin typeface="Calibri"/>
              </a:rPr>
              <a:t>The method counts show how firm each part of the evidence is; they do not reconcile to the headline totals, so no coverage percentage should be taken from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ourier New"/>
              </a:rPr>
              <a:t>[measured]  Receipt R01: Estate intelligence job record eij-1b359b3cbd2e: submitted 2026-09-29T18:56:40Z by principal 6ab56dd48894abb269135ca2, runtime akki-vm, code 90322d4a826d, result receipt digest-verified (d9c99a632278)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638 of 1006 tables were measured, 513 of them by complete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638 of the 1006 tables in scope were measured; the rest failed or were not reached.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513 tables had a complete pass, so their figures are the firmest evidence in the census.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83 tables were measured by stratified sample and 41 by head sample, so their ratios come from part of each table.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The method counts 513, 83 and 41 do not reconcile exactly to 638. Measured does not mean exhaustively read.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Documented work is real, but 44 failed tables keep the picture partial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44 tables failed because the worker could not measure them in this run; they stay unmeasured until the recorded errors are addressed.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5.9m rows were read and 351.3 GiB of data and index were measured. That is the documented work performed.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259.3m rows held is an estimate and must be kept apart from the measured 5.9m rows.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15.5 minutes of wall clock is runtime context only, not a throughput guarantee or a usage charge.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FFFFFF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ambria"/>
              </a:rPr>
              <a:t>Connections, usage and traceability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CONNECTIONS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Coverage is uneven: 1 blocked, 2 partial and 3 complete connections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0E7C86"/>
                </a:solidFill>
                <a:latin typeface="Calibri"/>
              </a:rPr>
              <a:t>The series sums to the tables in scope, not to the tables measured, so its measured label needs clarifying; the blocked connection shows no tables.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ourier New"/>
              </a:rPr>
              <a:t>[measured]  Receipt R02: Estate intelligence report v3 for eij-1b359b3cbd2e, built 2026-09-30T03:41:37Z; connection table and coverage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FOOTPRINT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Measured data and index volume is concentrated in iebc_forms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0E7C86"/>
                </a:solidFill>
                <a:latin typeface="Calibri"/>
              </a:rPr>
              <a:t>The zero shown for artists_app reflects denied access, not an empty database; measured footprint is not the same as measurement completeness.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ourier New"/>
              </a:rPr>
              <a:t>[measured]  Receipt R02: Estate intelligence report v3 for eij-1b359b3cbd2e, built 2026-09-30T03:41:37Z; connection table and coverage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Only 3 of 6 connections completed; acceptance carries unresolved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3 of 6 connections are complete, 2 are partial and 1 is blocked; 20 databases were measured.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artists_app was refused access by the database. The grant is pending, it is an owner dependency, and no tables were reached.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citizen_digital and citizen-pulse are partial: tables were reached on both, but some failed, and these feed the failed-table count of 44.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Reading artists_app alone would not resolve the partial connections or the failed tables.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The run is traceable end to end, but receipts prove integrity, not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3 ledger rows record admit, gate and converge, ending in success. This shows the run was governed, not that every table was fully read.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The lawful basis admit limits scope to census only. The report attributes to this the retention of aggregates, sketches and hashes only.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The executive dossier used 17679 tokens in and 4583 tokens out; this is composition usage, separate from measurement.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Separate object-storage enumeration reached 106 buckets, with 40 unreachable. It has its own receipt and is not part of the database census.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Accept the partial record, keep the commission open, and close the access gap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Accept the census as a partial record resting on 638 of 1006 tables; do not close the commission as complete.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564891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67462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74777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Grant artists_app access and instruct a re-census; only you can clear this blocker.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31927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42900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0215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Have the errors behind the 44 failed tables addressed, then re-census them with the partial connections.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07365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183379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56531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Order complete passes where sampled ratios matter: 83 stratified and 41 head-sampled tables.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4828031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493776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01091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Have the unreconciled counts and series label clarified before any percentage is quoted.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Downstream decisions are bounded by reach, sampling and what was never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638 of 1006 tables bounds what any decision can rest on; failed and unreached tables are silent, not clear.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Ratios on the 83 stratified and 41 head-sampled tables are not whole-table measurements; a complete-pass census would close this.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Languages, rights and semantic similarity were not measured; they need rights declared at source and a separate language and similarity pass.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7C86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Digest verification and a clean ledger confirm the integrity of what was delivered; they do not remove these limits.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COVERAGE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What this pack covers, what it cannot say, and what would close each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110029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COVERS</a:t>
            </a:r>
          </a:p>
          <a:p>
            <a:pPr algn="l"/>
            <a:r>
              <a:rPr sz="1400" b="0" i="0">
                <a:solidFill>
                  <a:srgbClr val="22313F"/>
                </a:solidFill>
                <a:latin typeface="Calibri"/>
              </a:rPr>
              <a:t>Delivery of census eij-1b359b3cbd2e: 638 of 1006 tables, 6 connections, wall clock, Ledger rows, receipts and the dossier composition. Everything here is read from the job record and the digest-verified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CANNOT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2978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51596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WHAT WOULD CLOSE 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3127248"/>
            <a:ext cx="11002975" cy="0"/>
          </a:xfrm>
          <a:prstGeom prst="line">
            <a:avLst/>
          </a:prstGeom>
          <a:ln w="9525">
            <a:solidFill>
              <a:srgbClr val="2231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94360" y="3246120"/>
            <a:ext cx="11002975" cy="786384"/>
          </a:xfrm>
          <a:prstGeom prst="rect">
            <a:avLst/>
          </a:prstGeom>
          <a:pattFill>
            <a:fgClr>
              <a:srgbClr val="EAEEF2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Connection artists_app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6130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MYSQL_ACCESS_DENIED_1045 (GRANT pending, owner dependency)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4748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owner grants access; re-census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23944"/>
            <a:ext cx="11002975" cy="786384"/>
          </a:xfrm>
          <a:prstGeom prst="rect">
            <a:avLst/>
          </a:prstGeom>
          <a:pattFill>
            <a:fgClr>
              <a:srgbClr val="EAEEF2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Ratios on sampled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6130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stratified or head samples where complete passes were not possible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4748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a complete-pass census on those tables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001768"/>
            <a:ext cx="11002975" cy="786384"/>
          </a:xfrm>
          <a:prstGeom prst="rect">
            <a:avLst/>
          </a:prstGeom>
          <a:pattFill>
            <a:fgClr>
              <a:srgbClr val="EAEEF2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44 failed tables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6130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the worker could not measure them in this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4748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re-census with the recorded errors addressed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879592"/>
            <a:ext cx="11002975" cy="786384"/>
          </a:xfrm>
          <a:prstGeom prst="rect">
            <a:avLst/>
          </a:prstGeom>
          <a:pattFill>
            <a:fgClr>
              <a:srgbClr val="EAEEF2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Languages, rights and semantic similarity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6130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not measured by this census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4748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rights declared at Connect; a language and similarity 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8C9A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22313F"/>
                </a:solidFill>
                <a:latin typeface="Cambria"/>
              </a:rPr>
              <a:t>Exhibit index with receipts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R01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920240"/>
            <a:ext cx="100885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Estate intelligence job record eij-1b359b3cbd2e: submitted 2026-09-29T18:56:40Z by principal 6ab56dd48894abb269135ca2, runtime akki-vm, code 90322d4a826d, result receipt digest-verified (d9c99a632278)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441448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5603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R02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56032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Estate intelligence report v3 for eij-1b359b3cbd2e, built 2026-09-30T03:41:37Z; connection table and coverage notes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2944368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06324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R03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063240"/>
            <a:ext cx="100885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Lawful basis admit 20260922T014000Z_LAWFUL_BASIS_ADMIT_CENSUS3.json (sha256 37d1508d4ea9); governing artifact CP-CENSUS-ESTATE-INTELLIGENCE version eij-1b359b3cbd2e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3584448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37033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R04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Ledger rows led-398166457377, led-4e9f184f9601, led-6067b8b42dc7: admit:admitted → gate:warm → converge:terminate_success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4087368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42062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R05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20624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Executive dossier receipt rcp-f3b244641843: gpt-5-mini via emergent, 17679 tokens in / 4583 out, prompt 354fd68cd5d4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4590288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47091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R06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0916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OBS bucket enumeration census run cr-f1415e395361 (22,975,591 objects, 130.3 TiB)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" y="5093208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5212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R07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21208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313F"/>
                </a:solidFill>
                <a:latin typeface="Calibri"/>
              </a:rPr>
              <a:t>NAS share enumeration census run cr-cf4eef79995b (1,456,787 files, 43.6 TiB)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5596128"/>
            <a:ext cx="11002975" cy="0"/>
          </a:xfrm>
          <a:prstGeom prst="line">
            <a:avLst/>
          </a:prstGeom>
          <a:ln w="9525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F8C9A"/>
                </a:solidFill>
                <a:latin typeface="Calibri"/>
              </a:rPr>
              <a:t>CC-eij-1b359b3cbd2e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F8C9A"/>
                </a:solidFill>
                <a:latin typeface="Calibri"/>
              </a:rPr>
              <a:t>Tenant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F8C9A"/>
                </a:solidFill>
                <a:latin typeface="Courier New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Estate census: partial delivery, commission open</dc:title>
  <dc:subject/>
  <dc:creator>doc-studio</dc:creator>
  <cp:keywords/>
  <dc:description>generated using python-pptx</dc:description>
  <cp:lastModifiedBy>doc-studio</cp:lastModifiedBy>
  <cp:revision>1</cp:revision>
  <dcterms:created xsi:type="dcterms:W3CDTF">2026-10-02T11:23:12Z</dcterms:created>
  <dcterms:modified xsi:type="dcterms:W3CDTF">2026-10-02T11:23:12Z</dcterms:modified>
  <cp:category/>
</cp:coreProperties>
</file>